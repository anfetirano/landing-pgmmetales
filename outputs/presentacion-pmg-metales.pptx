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2836c97b0147e5" /><Relationship Type="http://schemas.openxmlformats.org/officeDocument/2006/relationships/extended-properties" Target="/docProps/app.xml" Id="R55e795a554b54fdc" /><Relationship Type="http://schemas.openxmlformats.org/officeDocument/2006/relationships/officeDocument" Target="/ppt/presentation.xml" Id="R29845c39281d45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1f35ae957b42cb"/>
  </p:sldMasterIdLst>
  <p:notesMasterIdLst>
    <p:notesMasterId xmlns:r="http://schemas.openxmlformats.org/officeDocument/2006/relationships" r:id="R622a3cb6c60944fb"/>
  </p:notesMasterIdLst>
  <p:sldIdLst>
    <p:sldId xmlns:r="http://schemas.openxmlformats.org/officeDocument/2006/relationships" id="256" r:id="Re3966b5505fb4b31"/>
    <p:sldId xmlns:r="http://schemas.openxmlformats.org/officeDocument/2006/relationships" id="257" r:id="R87b55dcc8d8c42f5"/>
    <p:sldId xmlns:r="http://schemas.openxmlformats.org/officeDocument/2006/relationships" id="258" r:id="R217187eb3bd54e6c"/>
    <p:sldId xmlns:r="http://schemas.openxmlformats.org/officeDocument/2006/relationships" id="259" r:id="R49abc9db8ad043b8"/>
    <p:sldId xmlns:r="http://schemas.openxmlformats.org/officeDocument/2006/relationships" id="260" r:id="R613b163bab8542de"/>
    <p:sldId xmlns:r="http://schemas.openxmlformats.org/officeDocument/2006/relationships" id="261" r:id="Rb6d418981fe748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5a90d46d5a45a7" /><Relationship Type="http://schemas.openxmlformats.org/officeDocument/2006/relationships/slideMaster" Target="/ppt/slideMasters/slideMaster1.xml" Id="Rc91f35ae957b42cb" /><Relationship Type="http://schemas.openxmlformats.org/officeDocument/2006/relationships/notesMaster" Target="/ppt/notesMasters/notesMaster1.xml" Id="R622a3cb6c60944fb" /><Relationship Type="http://schemas.openxmlformats.org/officeDocument/2006/relationships/presProps" Target="/ppt/presProps.xml" Id="R0564334ac0004236" /><Relationship Type="http://schemas.openxmlformats.org/officeDocument/2006/relationships/tableStyles" Target="/ppt/tableStyles.xml" Id="Rdaffd0f3927a4239" /><Relationship Type="http://schemas.openxmlformats.org/officeDocument/2006/relationships/slide" Target="/ppt/slides/slide1.xml" Id="Re3966b5505fb4b31" /><Relationship Type="http://schemas.openxmlformats.org/officeDocument/2006/relationships/slide" Target="/ppt/slides/slide2.xml" Id="R87b55dcc8d8c42f5" /><Relationship Type="http://schemas.openxmlformats.org/officeDocument/2006/relationships/slide" Target="/ppt/slides/slide3.xml" Id="R217187eb3bd54e6c" /><Relationship Type="http://schemas.openxmlformats.org/officeDocument/2006/relationships/slide" Target="/ppt/slides/slide4.xml" Id="R49abc9db8ad043b8" /><Relationship Type="http://schemas.openxmlformats.org/officeDocument/2006/relationships/slide" Target="/ppt/slides/slide5.xml" Id="R613b163bab8542de" /><Relationship Type="http://schemas.openxmlformats.org/officeDocument/2006/relationships/slide" Target="/ppt/slides/slide6.xml" Id="Rb6d418981fe7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0dd2f99bdf4c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b61884c3f64a62" /><Relationship Type="http://schemas.openxmlformats.org/officeDocument/2006/relationships/notesMaster" Target="/ppt/notesMasters/notesMaster1.xml" Id="R4bc02fb0fbe344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56cb8ba4f4cb4" /><Relationship Type="http://schemas.openxmlformats.org/officeDocument/2006/relationships/notesMaster" Target="/ppt/notesMasters/notesMaster1.xml" Id="Rdc00a8684bff46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0d7e643517478e" /><Relationship Type="http://schemas.openxmlformats.org/officeDocument/2006/relationships/notesMaster" Target="/ppt/notesMasters/notesMaster1.xml" Id="Rdeb50cf6c3a24b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66bdd18dbd454e" /><Relationship Type="http://schemas.openxmlformats.org/officeDocument/2006/relationships/notesMaster" Target="/ppt/notesMasters/notesMaster1.xml" Id="R28678f859dff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070ed3ba404154" /><Relationship Type="http://schemas.openxmlformats.org/officeDocument/2006/relationships/notesMaster" Target="/ppt/notesMasters/notesMaster1.xml" Id="R2463f6dd0d29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a28f42238d4be3" /><Relationship Type="http://schemas.openxmlformats.org/officeDocument/2006/relationships/notesMaster" Target="/ppt/notesMasters/notesMaster1.xml" Id="R5fa80b78cf374d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d26ad9a8e40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27bea90184f02" /><Relationship Type="http://schemas.openxmlformats.org/officeDocument/2006/relationships/slideLayout" Target="/ppt/slideLayouts/slideLayout1.xml" Id="R23a39b80b859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a39b80b859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98606f053450e" /><Relationship Type="http://schemas.openxmlformats.org/officeDocument/2006/relationships/image" Target="/ppt/media/image.png" Id="R0f9c2e374929484f" /><Relationship Type="http://schemas.openxmlformats.org/officeDocument/2006/relationships/notesSlide" Target="/ppt/notesSlides/notesSlide1.xml" Id="R15b0beb43f9948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563731199442b" /><Relationship Type="http://schemas.openxmlformats.org/officeDocument/2006/relationships/notesSlide" Target="/ppt/notesSlides/notesSlide2.xml" Id="Refb458f1dea64e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dc0c5ffc04dac" /><Relationship Type="http://schemas.openxmlformats.org/officeDocument/2006/relationships/notesSlide" Target="/ppt/notesSlides/notesSlide3.xml" Id="R8e77ab0a06fc44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eca20341b42ee" /><Relationship Type="http://schemas.openxmlformats.org/officeDocument/2006/relationships/notesSlide" Target="/ppt/notesSlides/notesSlide4.xml" Id="Rfd952d263462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c4825e2a84dac" /><Relationship Type="http://schemas.openxmlformats.org/officeDocument/2006/relationships/notesSlide" Target="/ppt/notesSlides/notesSlide5.xml" Id="R0d1f3ec2e03141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de392bde94728" /><Relationship Type="http://schemas.openxmlformats.org/officeDocument/2006/relationships/notesSlide" Target="/ppt/notesSlides/notesSlide6.xml" Id="Ra9427d0d5e3647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E9831-EBDD-4F3C-A46B-272591D8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392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6B357-EA54-46BF-8C6E-2BDECA9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835"/>
          </a:solidFill>
          <a:ln xmlns:a="http://schemas.openxmlformats.org/drawingml/2006/main" w="0">
            <a:solidFill>
              <a:srgbClr val="FED8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F5392-5344-49A1-A99B-F4D8BE4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PMG METALES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7C6CC-E53F-4A86-9500-40808B2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Recupera el valor de tus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metales preciosos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9D862-A648-47DF-A445-BE99E26C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948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Compra de catalizadores usados y ceramica con valorizacion basada en Pt, Pd y Rh. Mejor precio, proceso claro y pago rapido para talleres y recolectores.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29632-EB19-4895-A3D7-1821213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520"/>
          </a:solidFill>
          <a:ln xmlns:a="http://schemas.openxmlformats.org/drawingml/2006/main" w="0">
            <a:solidFill>
              <a:srgbClr val="D6B5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7A919-5E6F-4469-8042-42F3DFF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72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Presentacion comercial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Colombia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c2e374929484f"/>
          <a:stretch xmlns:a="http://schemas.openxmlformats.org/drawingml/2006/main"/>
        </p:blipFill>
        <p:spPr>
          <a:xfrm xmlns:a="http://schemas.openxmlformats.org/drawingml/2006/main">
            <a:off x="8858250" y="171450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6C6F3-8E2A-4C5B-BB1B-543BA438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672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Cotizacion rapida.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Validacion clara.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Pago inmediato.</a:t>
            </a:r>
          </a:p>
        </p:txBody>
      </p:sp>
    </p:spTree>
    <p:extLst>
      <p:ext uri="{BB962C8B-B14F-4D97-AF65-F5344CB8AC3E}">
        <p14:creationId xmlns:p14="http://schemas.microsoft.com/office/powerpoint/2010/main" val="2102977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61C5E-ED59-4258-BC03-A19CC0D8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E0075-7FAA-4327-939A-CFEFD79E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737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Que compramos y como valorizamos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BA8FC-2146-4BD2-9C90-FA8E587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6389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Trabajamos con material completo o procesado, y cotizamos segun el contenido estimado de metales preciosos.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D3BDF-E46F-49E5-BF5D-E6DE74F5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667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7EBC4-9DF9-411F-92DB-6799D96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Material que recibimos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7E554-1F48-4DB8-9C2C-2A19AAED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20000"/>
              </a:lnSpc>
              <a:spcAft>
                <a:spcPts val="1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Catalizadores completos OEM o aftermarket.</a:t>
            </a:r>
          </a:p>
          <a:p xmlns:a="http://schemas.openxmlformats.org/drawingml/2006/main">
            <a:pPr marL="18" indent="-10">
              <a:lnSpc>
                <a:spcPct val="120000"/>
              </a:lnSpc>
              <a:spcAft>
                <a:spcPts val="1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Ceramica triturada o entera tipo honeycomb.</a:t>
            </a:r>
          </a:p>
          <a:p xmlns:a="http://schemas.openxmlformats.org/drawingml/2006/main">
            <a:pPr marL="18" indent="-10">
              <a:lnSpc>
                <a:spcPct val="120000"/>
              </a:lnSpc>
              <a:spcAft>
                <a:spcPts val="1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Lotes pequenos o volumenes recurrentes.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C62A0-C4B7-4602-A7FC-058826AC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552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40DDB-AE50-44D6-92B6-D364126C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 de valorizacion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341F3-0C0D-4CE7-BE55-93BF5665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0935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Cotizamos en funcion del contenido de platino, paladio y rodio.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8DAF0-C9B4-4A5C-8EA4-9033943D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91000"/>
            <a:ext cx="552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AB860-D9B9-4B9A-AB0B-AAE2B6E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Clientes ideales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57368-1B84-471A-9891-0C2C8AAA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7029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Talleres, recolectores y particulares vinculados que necesitan precio, respaldo y trazabilidad.</a:t>
            </a:r>
          </a:p>
        </p:txBody>
      </p:sp>
    </p:spTree>
    <p:extLst>
      <p:ext uri="{BB962C8B-B14F-4D97-AF65-F5344CB8AC3E}">
        <p14:creationId xmlns:p14="http://schemas.microsoft.com/office/powerpoint/2010/main" val="1686456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8C02D-1A60-4176-A260-911FDAB3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1D180-7353-46DE-8E58-7101988B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Por que PMG Metales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A8335-1137-4D3D-8367-51000893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95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Mejor precio,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proceso formal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 respuesta agil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05BC3-B613-4A59-94FD-65C09C9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925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El mensaje central del sitio es simple: PMG combina valoracion seria, pago rapido y una relacion formal sostenida con refineria.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7B463-A698-46B2-BF5E-4996AF0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419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EE397-D73B-40FD-AF8C-166F1670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835"/>
          </a:solidFill>
          <a:ln xmlns:a="http://schemas.openxmlformats.org/drawingml/2006/main" w="0">
            <a:solidFill>
              <a:srgbClr val="FED8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E3E6F-0F4B-493A-8637-2141D7EC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143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Mejor precio garantizado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EB6AC-F5BD-475C-A808-C93A1A49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87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Acuerdo exclusivo con refineria para pagar de forma mas competitiva y consistente.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561BB-1407-4B1C-BEAD-C937444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95400"/>
            <a:ext cx="2419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C2293-045A-4DF0-B438-4949EB6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954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835"/>
          </a:solidFill>
          <a:ln xmlns:a="http://schemas.openxmlformats.org/drawingml/2006/main" w="0">
            <a:solidFill>
              <a:srgbClr val="FED8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7DE6A-5AE2-4F98-BDD1-2CCE44B0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Pago inmediato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D21A5-1CC6-4E88-B93F-D7F43911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5524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Transferencia rapida una vez recibido y validado el material.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35D50-EFCA-45DB-9B5D-F78509E6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43300"/>
            <a:ext cx="2419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B9B4A-47CC-4A6F-957F-3D66C25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433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835"/>
          </a:solidFill>
          <a:ln xmlns:a="http://schemas.openxmlformats.org/drawingml/2006/main" w="0">
            <a:solidFill>
              <a:srgbClr val="FED8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14E3B-CDF9-4835-8996-A99A4624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3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Trazabilidad y respaldo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B7AA2-5F74-4BF5-99DF-3E4D8EB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96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87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Recepcion documentada, comprobantes y certificados para control del cliente.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3C409-08B0-4728-B44A-206DB487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419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CC080-CB27-468F-A2B1-1F62576A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835"/>
          </a:solidFill>
          <a:ln xmlns:a="http://schemas.openxmlformats.org/drawingml/2006/main" w="0">
            <a:solidFill>
              <a:srgbClr val="FED8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FF0C0-5B61-4B1C-B61E-570EDAA3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29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Acompanamiento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419F6-6157-4C35-85CD-B335D19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87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Atencion por WhatsApp o email durante la cotizacion, entrega y pago.</a:t>
            </a:r>
          </a:p>
        </p:txBody>
      </p:sp>
    </p:spTree>
    <p:extLst>
      <p:ext uri="{BB962C8B-B14F-4D97-AF65-F5344CB8AC3E}">
        <p14:creationId xmlns:p14="http://schemas.microsoft.com/office/powerpoint/2010/main" val="961222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E7BE9C-A3B0-4DA4-A24A-206D27BB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26E81-8E65-4256-B398-728D656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Nuestro proceso de compra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9F075-230F-4F3E-808D-0C844588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902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Cotizas, coordinamos, validamos y pagamos. El flujo esta pensado para ser rapido y trazable.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60BC-FAAA-49A4-AD1F-30B4E82A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2768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63453-0E73-46E9-B245-E1034B82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17148-4FAB-4CBC-BF74-C843A8C8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Cotiza tu material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FBF79-EDCB-446B-B78B-634EAB95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607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Envias fotos del catalizador y, si existe, el codigo o referencia.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6BC33-9701-41C7-95EE-B556A645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2768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FBEA2-A2ED-4F3D-BC41-848A3A2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B9165-E30C-4E07-AE30-2175D16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Coordinamos entrega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DD3F5-B44D-4494-8975-4654267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966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Definimos recoleccion en tu taller o punto de recepcion segun volumen y ubicacion.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E56CA-EDA7-41A6-A45B-7ABB771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2768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B45C3-3477-4C64-8D1B-EFF3C65C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9B216-87D6-4FC4-8374-6B64DE51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Validacion rapida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96A83-729D-4BE6-AF45-BF9D8FC6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966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Revisamos el material con trazabilidad y confirmamos la valorizacion acordada.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AD1AB-3E22-45C2-B19F-CF0C0E39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52768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0874C-DBD5-4DE4-B736-6A56557E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6B52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A6F50-828C-4CEE-8295-9DF81C2A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95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Pago y certificado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E0A5B-974A-4615-BBFC-851E8D86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4157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Transferimos de inmediato y emitimos soporte o certificado de compra.</a:t>
            </a:r>
          </a:p>
        </p:txBody>
      </p:sp>
    </p:spTree>
    <p:extLst>
      <p:ext uri="{BB962C8B-B14F-4D97-AF65-F5344CB8AC3E}">
        <p14:creationId xmlns:p14="http://schemas.microsoft.com/office/powerpoint/2010/main" val="1381126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B8902-35A1-4CA3-BE14-EA8C5165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98D00-07CD-4607-BAF2-C25A314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Confianza y diferenciales operativos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16C33-B47D-4AC7-90DD-5A6A594D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6184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La propuesta del sitio se sostiene sobre experiencia, medicion tecnica y una operacion que privilegia velocidad con respaldo.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63187-096F-418C-86E4-76C159C6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4003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2A844-9E2C-4F98-8FFD-A0E1EE6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8FBFF-035F-4542-8500-CC518842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39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anos de experiencia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33231-16E8-4608-8C86-FEFBB6E6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4003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E7AA2-88EB-4C35-A5D1-5FD8D1BA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XRF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EBDA9-2D9B-4929-A62C-68593B8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analisis preciso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07832-9670-4705-9BE7-98CECA02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24003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ACE2F-8F5F-431A-AD45-F5D3DF3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3FF81-A144-4075-A72C-DEECC8FD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inmediato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B0E43-F861-4BD2-AADE-9EC0FE8D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4003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9A31A-4AC3-4E27-BCE3-C861FC2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01A4A-F184-4865-9CFA-74B3139D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957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48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cobertura nacional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7C0BB-D588-4A90-A4B1-30BCE39B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01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32BCC-3D82-4435-B53D-8029FFE3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511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Talleres aliados destacan pagos inmediatos, atencion por WhatsApp y cumplimiento en lo acordado como razones de recompra.</a:t>
            </a:r>
          </a:p>
        </p:txBody>
      </p:sp>
    </p:spTree>
    <p:extLst>
      <p:ext uri="{BB962C8B-B14F-4D97-AF65-F5344CB8AC3E}">
        <p14:creationId xmlns:p14="http://schemas.microsoft.com/office/powerpoint/2010/main" val="1804802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3A645-D106-486C-99F9-F2EAB6B1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5D633-48F2-49E1-AFD9-0E5BEF4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EABE4-2ED9-49FE-924B-A0EE2C35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835"/>
          </a:solidFill>
          <a:ln xmlns:a="http://schemas.openxmlformats.org/drawingml/2006/main" w="0">
            <a:solidFill>
              <a:srgbClr val="FED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01303-4146-4437-A5F1-316E519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57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813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Listo para cotizar tu material?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675F9-55B9-49B5-BBC1-2D1517D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975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Adjunta una foto del catalizador, comparte tu nombre y WhatsApp, y PMG responde con una cotizacion basada en Pt, Pd y Rh.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BEEA7-6E89-4C3E-9A18-0A55F00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95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Contacto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B2904-ACE3-4939-AACF-CF920435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A5655-BCF0-4EB2-A880-85F095B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76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8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WhatsApp: +57 323 710 7051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8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Email: info@pmgmetales.com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8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Cobertura: Colombia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Canal principal: cotizacion por WhatsApp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A16CB-5527-4338-82DF-855B9D60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3004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PMG Metales combina precio competitivo, trazabilidad y pagos rapidos para una relacion comercial sostenible.</a:t>
            </a:r>
          </a:p>
        </p:txBody>
      </p:sp>
    </p:spTree>
    <p:extLst>
      <p:ext uri="{BB962C8B-B14F-4D97-AF65-F5344CB8AC3E}">
        <p14:creationId xmlns:p14="http://schemas.microsoft.com/office/powerpoint/2010/main" val="1767271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2026-07-01T01:46:33.7570000Z</dcterms:created>
  <dcterms:modified xsi:type="dcterms:W3CDTF">2026-07-01T01:46:33.7570000Z</dcterms:modified>
</coreProperties>
</file>